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11520488" cy="248586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108" y="-8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4774FA-AEDE-4A79-9B59-159878DDEF61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714625" y="1143000"/>
            <a:ext cx="14287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466BF0-CCCC-48C1-834B-9A22B5F987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4347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466BF0-CCCC-48C1-834B-9A22B5F987D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9644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4037" y="4068306"/>
            <a:ext cx="9792415" cy="8654497"/>
          </a:xfrm>
        </p:spPr>
        <p:txBody>
          <a:bodyPr anchor="b"/>
          <a:lstStyle>
            <a:lvl1pPr algn="ctr">
              <a:defRPr sz="7559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0061" y="13056554"/>
            <a:ext cx="8640366" cy="6001754"/>
          </a:xfrm>
        </p:spPr>
        <p:txBody>
          <a:bodyPr/>
          <a:lstStyle>
            <a:lvl1pPr marL="0" indent="0" algn="ctr">
              <a:buNone/>
              <a:defRPr sz="3024"/>
            </a:lvl1pPr>
            <a:lvl2pPr marL="576026" indent="0" algn="ctr">
              <a:buNone/>
              <a:defRPr sz="2520"/>
            </a:lvl2pPr>
            <a:lvl3pPr marL="1152053" indent="0" algn="ctr">
              <a:buNone/>
              <a:defRPr sz="2268"/>
            </a:lvl3pPr>
            <a:lvl4pPr marL="1728079" indent="0" algn="ctr">
              <a:buNone/>
              <a:defRPr sz="2016"/>
            </a:lvl4pPr>
            <a:lvl5pPr marL="2304105" indent="0" algn="ctr">
              <a:buNone/>
              <a:defRPr sz="2016"/>
            </a:lvl5pPr>
            <a:lvl6pPr marL="2880131" indent="0" algn="ctr">
              <a:buNone/>
              <a:defRPr sz="2016"/>
            </a:lvl6pPr>
            <a:lvl7pPr marL="3456158" indent="0" algn="ctr">
              <a:buNone/>
              <a:defRPr sz="2016"/>
            </a:lvl7pPr>
            <a:lvl8pPr marL="4032184" indent="0" algn="ctr">
              <a:buNone/>
              <a:defRPr sz="2016"/>
            </a:lvl8pPr>
            <a:lvl9pPr marL="4608210" indent="0" algn="ctr">
              <a:buNone/>
              <a:defRPr sz="2016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ACC54-70FA-434F-A713-85C8748F3256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44191-5FEF-4F88-82C9-BDD599B41B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1515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ACC54-70FA-434F-A713-85C8748F3256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44191-5FEF-4F88-82C9-BDD599B41B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6507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034" y="6197410"/>
            <a:ext cx="9936421" cy="10340511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6034" y="16635747"/>
            <a:ext cx="9936421" cy="5437831"/>
          </a:xfrm>
        </p:spPr>
        <p:txBody>
          <a:bodyPr/>
          <a:lstStyle>
            <a:lvl1pPr marL="0" indent="0">
              <a:buNone/>
              <a:defRPr sz="3024">
                <a:solidFill>
                  <a:schemeClr val="tx1"/>
                </a:solidFill>
              </a:defRPr>
            </a:lvl1pPr>
            <a:lvl2pPr marL="576026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2pPr>
            <a:lvl3pPr marL="1152053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3pPr>
            <a:lvl4pPr marL="1728079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4pPr>
            <a:lvl5pPr marL="2304105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5pPr>
            <a:lvl6pPr marL="2880131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6pPr>
            <a:lvl7pPr marL="3456158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7pPr>
            <a:lvl8pPr marL="4032184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8pPr>
            <a:lvl9pPr marL="4608210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ACC54-70FA-434F-A713-85C8748F3256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44191-5FEF-4F88-82C9-BDD599B41B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6696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92034" y="6617468"/>
            <a:ext cx="4896207" cy="1577259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32247" y="6617468"/>
            <a:ext cx="4896207" cy="1577259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ACC54-70FA-434F-A713-85C8748F3256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44191-5FEF-4F88-82C9-BDD599B41B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1991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4" y="1323499"/>
            <a:ext cx="9936421" cy="480485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3535" y="6093827"/>
            <a:ext cx="4873706" cy="2986490"/>
          </a:xfrm>
        </p:spPr>
        <p:txBody>
          <a:bodyPr anchor="b"/>
          <a:lstStyle>
            <a:lvl1pPr marL="0" indent="0">
              <a:buNone/>
              <a:defRPr sz="3024" b="1"/>
            </a:lvl1pPr>
            <a:lvl2pPr marL="576026" indent="0">
              <a:buNone/>
              <a:defRPr sz="2520" b="1"/>
            </a:lvl2pPr>
            <a:lvl3pPr marL="1152053" indent="0">
              <a:buNone/>
              <a:defRPr sz="2268" b="1"/>
            </a:lvl3pPr>
            <a:lvl4pPr marL="1728079" indent="0">
              <a:buNone/>
              <a:defRPr sz="2016" b="1"/>
            </a:lvl4pPr>
            <a:lvl5pPr marL="2304105" indent="0">
              <a:buNone/>
              <a:defRPr sz="2016" b="1"/>
            </a:lvl5pPr>
            <a:lvl6pPr marL="2880131" indent="0">
              <a:buNone/>
              <a:defRPr sz="2016" b="1"/>
            </a:lvl6pPr>
            <a:lvl7pPr marL="3456158" indent="0">
              <a:buNone/>
              <a:defRPr sz="2016" b="1"/>
            </a:lvl7pPr>
            <a:lvl8pPr marL="4032184" indent="0">
              <a:buNone/>
              <a:defRPr sz="2016" b="1"/>
            </a:lvl8pPr>
            <a:lvl9pPr marL="4608210" indent="0">
              <a:buNone/>
              <a:defRPr sz="2016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3535" y="9080317"/>
            <a:ext cx="4873706" cy="133557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32248" y="6093827"/>
            <a:ext cx="4897708" cy="2986490"/>
          </a:xfrm>
        </p:spPr>
        <p:txBody>
          <a:bodyPr anchor="b"/>
          <a:lstStyle>
            <a:lvl1pPr marL="0" indent="0">
              <a:buNone/>
              <a:defRPr sz="3024" b="1"/>
            </a:lvl1pPr>
            <a:lvl2pPr marL="576026" indent="0">
              <a:buNone/>
              <a:defRPr sz="2520" b="1"/>
            </a:lvl2pPr>
            <a:lvl3pPr marL="1152053" indent="0">
              <a:buNone/>
              <a:defRPr sz="2268" b="1"/>
            </a:lvl3pPr>
            <a:lvl4pPr marL="1728079" indent="0">
              <a:buNone/>
              <a:defRPr sz="2016" b="1"/>
            </a:lvl4pPr>
            <a:lvl5pPr marL="2304105" indent="0">
              <a:buNone/>
              <a:defRPr sz="2016" b="1"/>
            </a:lvl5pPr>
            <a:lvl6pPr marL="2880131" indent="0">
              <a:buNone/>
              <a:defRPr sz="2016" b="1"/>
            </a:lvl6pPr>
            <a:lvl7pPr marL="3456158" indent="0">
              <a:buNone/>
              <a:defRPr sz="2016" b="1"/>
            </a:lvl7pPr>
            <a:lvl8pPr marL="4032184" indent="0">
              <a:buNone/>
              <a:defRPr sz="2016" b="1"/>
            </a:lvl8pPr>
            <a:lvl9pPr marL="4608210" indent="0">
              <a:buNone/>
              <a:defRPr sz="2016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32248" y="9080317"/>
            <a:ext cx="4897708" cy="133557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ACC54-70FA-434F-A713-85C8748F3256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44191-5FEF-4F88-82C9-BDD599B41B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9324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ACC54-70FA-434F-A713-85C8748F3256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44191-5FEF-4F88-82C9-BDD599B41B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4427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ACC54-70FA-434F-A713-85C8748F3256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44191-5FEF-4F88-82C9-BDD599B41B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7317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4" y="1657244"/>
            <a:ext cx="3715657" cy="5800355"/>
          </a:xfrm>
        </p:spPr>
        <p:txBody>
          <a:bodyPr anchor="b"/>
          <a:lstStyle>
            <a:lvl1pPr>
              <a:defRPr sz="4032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7708" y="3579192"/>
            <a:ext cx="5832247" cy="17665763"/>
          </a:xfrm>
        </p:spPr>
        <p:txBody>
          <a:bodyPr/>
          <a:lstStyle>
            <a:lvl1pPr>
              <a:defRPr sz="4032"/>
            </a:lvl1pPr>
            <a:lvl2pPr>
              <a:defRPr sz="3528"/>
            </a:lvl2pPr>
            <a:lvl3pPr>
              <a:defRPr sz="3024"/>
            </a:lvl3pPr>
            <a:lvl4pPr>
              <a:defRPr sz="2520"/>
            </a:lvl4pPr>
            <a:lvl5pPr>
              <a:defRPr sz="2520"/>
            </a:lvl5pPr>
            <a:lvl6pPr>
              <a:defRPr sz="2520"/>
            </a:lvl6pPr>
            <a:lvl7pPr>
              <a:defRPr sz="2520"/>
            </a:lvl7pPr>
            <a:lvl8pPr>
              <a:defRPr sz="2520"/>
            </a:lvl8pPr>
            <a:lvl9pPr>
              <a:defRPr sz="252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534" y="7457599"/>
            <a:ext cx="3715657" cy="13816124"/>
          </a:xfrm>
        </p:spPr>
        <p:txBody>
          <a:bodyPr/>
          <a:lstStyle>
            <a:lvl1pPr marL="0" indent="0">
              <a:buNone/>
              <a:defRPr sz="2016"/>
            </a:lvl1pPr>
            <a:lvl2pPr marL="576026" indent="0">
              <a:buNone/>
              <a:defRPr sz="1764"/>
            </a:lvl2pPr>
            <a:lvl3pPr marL="1152053" indent="0">
              <a:buNone/>
              <a:defRPr sz="1512"/>
            </a:lvl3pPr>
            <a:lvl4pPr marL="1728079" indent="0">
              <a:buNone/>
              <a:defRPr sz="1260"/>
            </a:lvl4pPr>
            <a:lvl5pPr marL="2304105" indent="0">
              <a:buNone/>
              <a:defRPr sz="1260"/>
            </a:lvl5pPr>
            <a:lvl6pPr marL="2880131" indent="0">
              <a:buNone/>
              <a:defRPr sz="1260"/>
            </a:lvl6pPr>
            <a:lvl7pPr marL="3456158" indent="0">
              <a:buNone/>
              <a:defRPr sz="1260"/>
            </a:lvl7pPr>
            <a:lvl8pPr marL="4032184" indent="0">
              <a:buNone/>
              <a:defRPr sz="1260"/>
            </a:lvl8pPr>
            <a:lvl9pPr marL="4608210" indent="0">
              <a:buNone/>
              <a:defRPr sz="126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ACC54-70FA-434F-A713-85C8748F3256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44191-5FEF-4F88-82C9-BDD599B41B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357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4" y="1657244"/>
            <a:ext cx="3715657" cy="5800355"/>
          </a:xfrm>
        </p:spPr>
        <p:txBody>
          <a:bodyPr anchor="b"/>
          <a:lstStyle>
            <a:lvl1pPr>
              <a:defRPr sz="4032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97708" y="3579192"/>
            <a:ext cx="5832247" cy="17665763"/>
          </a:xfrm>
        </p:spPr>
        <p:txBody>
          <a:bodyPr anchor="t"/>
          <a:lstStyle>
            <a:lvl1pPr marL="0" indent="0">
              <a:buNone/>
              <a:defRPr sz="4032"/>
            </a:lvl1pPr>
            <a:lvl2pPr marL="576026" indent="0">
              <a:buNone/>
              <a:defRPr sz="3528"/>
            </a:lvl2pPr>
            <a:lvl3pPr marL="1152053" indent="0">
              <a:buNone/>
              <a:defRPr sz="3024"/>
            </a:lvl3pPr>
            <a:lvl4pPr marL="1728079" indent="0">
              <a:buNone/>
              <a:defRPr sz="2520"/>
            </a:lvl4pPr>
            <a:lvl5pPr marL="2304105" indent="0">
              <a:buNone/>
              <a:defRPr sz="2520"/>
            </a:lvl5pPr>
            <a:lvl6pPr marL="2880131" indent="0">
              <a:buNone/>
              <a:defRPr sz="2520"/>
            </a:lvl6pPr>
            <a:lvl7pPr marL="3456158" indent="0">
              <a:buNone/>
              <a:defRPr sz="2520"/>
            </a:lvl7pPr>
            <a:lvl8pPr marL="4032184" indent="0">
              <a:buNone/>
              <a:defRPr sz="2520"/>
            </a:lvl8pPr>
            <a:lvl9pPr marL="4608210" indent="0">
              <a:buNone/>
              <a:defRPr sz="252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534" y="7457599"/>
            <a:ext cx="3715657" cy="13816124"/>
          </a:xfrm>
        </p:spPr>
        <p:txBody>
          <a:bodyPr/>
          <a:lstStyle>
            <a:lvl1pPr marL="0" indent="0">
              <a:buNone/>
              <a:defRPr sz="2016"/>
            </a:lvl1pPr>
            <a:lvl2pPr marL="576026" indent="0">
              <a:buNone/>
              <a:defRPr sz="1764"/>
            </a:lvl2pPr>
            <a:lvl3pPr marL="1152053" indent="0">
              <a:buNone/>
              <a:defRPr sz="1512"/>
            </a:lvl3pPr>
            <a:lvl4pPr marL="1728079" indent="0">
              <a:buNone/>
              <a:defRPr sz="1260"/>
            </a:lvl4pPr>
            <a:lvl5pPr marL="2304105" indent="0">
              <a:buNone/>
              <a:defRPr sz="1260"/>
            </a:lvl5pPr>
            <a:lvl6pPr marL="2880131" indent="0">
              <a:buNone/>
              <a:defRPr sz="1260"/>
            </a:lvl6pPr>
            <a:lvl7pPr marL="3456158" indent="0">
              <a:buNone/>
              <a:defRPr sz="1260"/>
            </a:lvl7pPr>
            <a:lvl8pPr marL="4032184" indent="0">
              <a:buNone/>
              <a:defRPr sz="1260"/>
            </a:lvl8pPr>
            <a:lvl9pPr marL="4608210" indent="0">
              <a:buNone/>
              <a:defRPr sz="126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ACC54-70FA-434F-A713-85C8748F3256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44191-5FEF-4F88-82C9-BDD599B41B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656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ACC54-70FA-434F-A713-85C8748F3256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44191-5FEF-4F88-82C9-BDD599B41B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2196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44350" y="1323494"/>
            <a:ext cx="2484105" cy="2106656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92034" y="1323494"/>
            <a:ext cx="7308310" cy="2106656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ACC54-70FA-434F-A713-85C8748F3256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44191-5FEF-4F88-82C9-BDD599B41B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609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34" y="1323499"/>
            <a:ext cx="9936421" cy="4804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2034" y="6617468"/>
            <a:ext cx="9936421" cy="157725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2033" y="23040303"/>
            <a:ext cx="2592110" cy="13234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1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ACC54-70FA-434F-A713-85C8748F3256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6162" y="23040303"/>
            <a:ext cx="3888165" cy="13234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1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36345" y="23040303"/>
            <a:ext cx="2592110" cy="13234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1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844191-5FEF-4F88-82C9-BDD599B41B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06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152053" rtl="0" eaLnBrk="1" latinLnBrk="0" hangingPunct="1">
        <a:lnSpc>
          <a:spcPct val="90000"/>
        </a:lnSpc>
        <a:spcBef>
          <a:spcPct val="0"/>
        </a:spcBef>
        <a:buNone/>
        <a:defRPr sz="55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8013" indent="-288013" algn="l" defTabSz="1152053" rtl="0" eaLnBrk="1" latinLnBrk="0" hangingPunct="1">
        <a:lnSpc>
          <a:spcPct val="90000"/>
        </a:lnSpc>
        <a:spcBef>
          <a:spcPts val="1260"/>
        </a:spcBef>
        <a:buFont typeface="Arial" panose="020B0604020202020204" pitchFamily="34" charset="0"/>
        <a:buChar char="•"/>
        <a:defRPr sz="3528" kern="1200">
          <a:solidFill>
            <a:schemeClr val="tx1"/>
          </a:solidFill>
          <a:latin typeface="+mn-lt"/>
          <a:ea typeface="+mn-ea"/>
          <a:cs typeface="+mn-cs"/>
        </a:defRPr>
      </a:lvl1pPr>
      <a:lvl2pPr marL="864039" indent="-288013" algn="l" defTabSz="1152053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2pPr>
      <a:lvl3pPr marL="1440066" indent="-288013" algn="l" defTabSz="1152053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2016092" indent="-288013" algn="l" defTabSz="1152053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4pPr>
      <a:lvl5pPr marL="2592118" indent="-288013" algn="l" defTabSz="1152053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5pPr>
      <a:lvl6pPr marL="3168145" indent="-288013" algn="l" defTabSz="1152053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6pPr>
      <a:lvl7pPr marL="3744171" indent="-288013" algn="l" defTabSz="1152053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7pPr>
      <a:lvl8pPr marL="4320197" indent="-288013" algn="l" defTabSz="1152053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8pPr>
      <a:lvl9pPr marL="4896223" indent="-288013" algn="l" defTabSz="1152053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52053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1pPr>
      <a:lvl2pPr marL="576026" algn="l" defTabSz="1152053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152053" algn="l" defTabSz="1152053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728079" algn="l" defTabSz="1152053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4pPr>
      <a:lvl5pPr marL="2304105" algn="l" defTabSz="1152053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5pPr>
      <a:lvl6pPr marL="2880131" algn="l" defTabSz="1152053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6pPr>
      <a:lvl7pPr marL="3456158" algn="l" defTabSz="1152053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7pPr>
      <a:lvl8pPr marL="4032184" algn="l" defTabSz="1152053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8pPr>
      <a:lvl9pPr marL="4608210" algn="l" defTabSz="1152053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C1C1C4E-9D6F-47A1-A54C-6ED500C2E2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778625" cy="657111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7C9A76B-9FC2-4893-B9E1-AA84EA65253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59" r="18889" b="45848"/>
          <a:stretch/>
        </p:blipFill>
        <p:spPr>
          <a:xfrm>
            <a:off x="1" y="6571117"/>
            <a:ext cx="6688296" cy="155688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E74CA12-93C5-4032-AD95-96BE38CA202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9402" t="18487" r="24912" b="5334"/>
          <a:stretch/>
        </p:blipFill>
        <p:spPr>
          <a:xfrm>
            <a:off x="-1" y="8128000"/>
            <a:ext cx="6688295" cy="4917863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0EC3665-FD23-4905-97F6-B0C576F8413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024" t="11720" r="17226" b="1789"/>
          <a:stretch/>
        </p:blipFill>
        <p:spPr>
          <a:xfrm>
            <a:off x="1" y="13010316"/>
            <a:ext cx="6688293" cy="389882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A06878F-F9ED-4BC8-9B55-5E250F27716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4284" t="12414" r="23778" b="2969"/>
          <a:stretch/>
        </p:blipFill>
        <p:spPr>
          <a:xfrm>
            <a:off x="-1" y="16909143"/>
            <a:ext cx="6778626" cy="4285612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191CCB8-723A-45FD-A1CD-176D95A259A8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2982" t="12632"/>
          <a:stretch/>
        </p:blipFill>
        <p:spPr>
          <a:xfrm>
            <a:off x="-1" y="21194755"/>
            <a:ext cx="6776845" cy="328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24581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</TotalTime>
  <Words>1</Words>
  <Application>Microsoft Office PowerPoint</Application>
  <PresentationFormat>Произвольный</PresentationFormat>
  <Paragraphs>1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Angar</dc:creator>
  <cp:lastModifiedBy>Angar</cp:lastModifiedBy>
  <cp:revision>1</cp:revision>
  <dcterms:created xsi:type="dcterms:W3CDTF">2026-06-28T11:18:30Z</dcterms:created>
  <dcterms:modified xsi:type="dcterms:W3CDTF">2026-06-28T11:26:20Z</dcterms:modified>
</cp:coreProperties>
</file>